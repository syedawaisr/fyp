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4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8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4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7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6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0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7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4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4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12F9F-5F39-4F27-A898-03FF2C152E5E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56609-A78F-45D0-992C-2E8D3BD98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151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3F3B-8017-4635-AC2E-2CF6E48CA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Project </a:t>
            </a:r>
            <a:r>
              <a:rPr lang="en-US" b="1" dirty="0" err="1">
                <a:solidFill>
                  <a:srgbClr val="FFFF00"/>
                </a:solidFill>
              </a:rPr>
              <a:t>Tiltle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58B80-55CD-417A-8C01-2FECC5EC3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of Supervisor/s</a:t>
            </a:r>
          </a:p>
          <a:p>
            <a:r>
              <a:rPr lang="en-US" dirty="0"/>
              <a:t>Group Member/s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B3056-4936-4AD2-9DEC-259DD496D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73938" cy="83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D5A30E-448D-4208-8645-779C865745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8" b="-1214"/>
          <a:stretch/>
        </p:blipFill>
        <p:spPr>
          <a:xfrm>
            <a:off x="11414760" y="0"/>
            <a:ext cx="77724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2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3F3B-8017-4635-AC2E-2CF6E48CA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FF00"/>
                </a:solidFill>
              </a:rPr>
            </a:br>
            <a:br>
              <a:rPr lang="en-US" b="1" dirty="0">
                <a:solidFill>
                  <a:srgbClr val="FFFF00"/>
                </a:solidFill>
              </a:rPr>
            </a:br>
            <a:br>
              <a:rPr lang="en-US" b="1" dirty="0">
                <a:solidFill>
                  <a:srgbClr val="FFFF00"/>
                </a:solidFill>
              </a:rPr>
            </a:b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Layout</a:t>
            </a:r>
            <a:br>
              <a:rPr lang="en-US" b="1" dirty="0">
                <a:solidFill>
                  <a:srgbClr val="FFFF00"/>
                </a:solidFill>
              </a:rPr>
            </a:br>
            <a:br>
              <a:rPr lang="en-US" b="1" dirty="0">
                <a:solidFill>
                  <a:srgbClr val="FFFF00"/>
                </a:solidFill>
              </a:rPr>
            </a:br>
            <a:br>
              <a:rPr lang="en-US" b="1" dirty="0">
                <a:solidFill>
                  <a:srgbClr val="FFFF00"/>
                </a:solidFill>
              </a:rPr>
            </a:br>
            <a:br>
              <a:rPr lang="en-US" b="1" dirty="0">
                <a:solidFill>
                  <a:srgbClr val="FFFF00"/>
                </a:solidFill>
              </a:rPr>
            </a:b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58B80-55CD-417A-8C01-2FECC5EC3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4811989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</a:pPr>
            <a:r>
              <a:rPr lang="en-US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Block Diagram/ Flow Chart</a:t>
            </a:r>
          </a:p>
          <a:p>
            <a:pPr marL="342900" indent="-342900">
              <a:lnSpc>
                <a:spcPct val="150000"/>
              </a:lnSpc>
            </a:pPr>
            <a:r>
              <a:rPr lang="en-US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Task</a:t>
            </a:r>
            <a:r>
              <a:rPr lang="en-US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(s) Assigned to each Group Member</a:t>
            </a:r>
            <a:endParaRPr lang="en-US" sz="28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Tasks Achieved</a:t>
            </a:r>
          </a:p>
          <a:p>
            <a:pPr marL="342900" indent="-342900">
              <a:lnSpc>
                <a:spcPct val="150000"/>
              </a:lnSpc>
            </a:pPr>
            <a:r>
              <a:rPr lang="en-US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Tasks Remaining</a:t>
            </a:r>
          </a:p>
          <a:p>
            <a:pPr marL="342900" indent="-342900">
              <a:lnSpc>
                <a:spcPct val="150000"/>
              </a:lnSpc>
            </a:pPr>
            <a:r>
              <a:rPr lang="en-US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Software and Hardware Part</a:t>
            </a:r>
            <a:endParaRPr lang="en-US" sz="28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Timeline/ Gantt Chart (Old and revised)</a:t>
            </a:r>
          </a:p>
          <a:p>
            <a:pPr marL="342900" indent="-342900">
              <a:lnSpc>
                <a:spcPct val="150000"/>
              </a:lnSpc>
            </a:pPr>
            <a:r>
              <a:rPr lang="en-US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Conclusion </a:t>
            </a:r>
            <a:endParaRPr lang="en-US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Q &amp; A</a:t>
            </a:r>
          </a:p>
          <a:p>
            <a:pPr marL="342900" indent="-342900">
              <a:lnSpc>
                <a:spcPct val="150000"/>
              </a:lnSpc>
            </a:pPr>
            <a:r>
              <a:rPr lang="en-US" sz="28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References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B3056-4936-4AD2-9DEC-259DD496D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73938" cy="83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D5A30E-448D-4208-8645-779C865745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8" b="-1214"/>
          <a:stretch/>
        </p:blipFill>
        <p:spPr>
          <a:xfrm>
            <a:off x="11414760" y="0"/>
            <a:ext cx="77724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4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48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 Semilight</vt:lpstr>
      <vt:lpstr>Office Theme</vt:lpstr>
      <vt:lpstr>Project Tiltle</vt:lpstr>
      <vt:lpstr>    Layout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Tiltle</dc:title>
  <dc:creator>Lenovo T460s</dc:creator>
  <cp:lastModifiedBy>sobia hayee</cp:lastModifiedBy>
  <cp:revision>4</cp:revision>
  <dcterms:created xsi:type="dcterms:W3CDTF">2021-10-22T05:22:48Z</dcterms:created>
  <dcterms:modified xsi:type="dcterms:W3CDTF">2024-02-07T11:53:20Z</dcterms:modified>
</cp:coreProperties>
</file>